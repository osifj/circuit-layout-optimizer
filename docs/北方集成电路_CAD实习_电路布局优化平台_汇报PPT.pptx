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30秒讲稿：芯片物理设计中，Placement 布局是最关键的一步。我们需要把电路模块放在芯片上，目标是连线最短、不重叠。布局好坏直接决定芯片面积、性能和功耗。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25秒讲稿：我的项目是一个布局优化原型平台。输入是电路模块和连线信息，用模拟退火做优化，以 HPWL 为核心线长指标，做了命令行和 Web 两个界面。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30秒讲稿：系统采用模块化设计，6 个核心模块各司其职。parser 读 JSON，layout 管数据，cost 算目标函数，optimizer 跑模拟退火，visualize 和 metrics 输出结果。CLI 和 Web 共用同一套后端。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30秒讲稿：输入支持三种模块类型。Macro 是大面积的，Standard Cell 是小标准单元，Fixed IO 固定在边缘。Net 支持二端和多端兼容。参考了真实 EDA 的 floorplanning 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35秒讲稿：Cost function 有五个维度。最核心的是 HPWL，EDA placement 标准指标——取 bounding box 半周长。其余四维惩罚重叠、越界、集中和拥塞。每个权重可独立调节，做 trade-off 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30秒讲稿：我选模拟退火有三个原因。一，布局的 cost 不可导。二，SA 概率接受劣解能跳出局部最优。三，它是 placement 研究经典 baseline。Fixed 模块优化中不移动。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35秒讲稿：两个测试用例 HPWL 分别降低 10% 和 12%。拥塞从热力图可以看到红色热点改善。重叠在优化后归零。证明了 SA 算法的有效性。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25秒讲稿：为了方便展示，我用 Streamlit 做了 Web 界面。可以选示例、调参数、一键运行，结果实时显示。支持上传自定义 JSON 和下载结果。启动命令：streamlit run app.py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30秒讲稿：这个项目直接对应 IC CAD 的 Physical Design 和 Placement。HPWL 是 EDA 标准，固定约束对应 IO Pad 设计，拥塞估计对应 routability 分析。核心概念和工业 EDA 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30秒讲稿：这个项目完整展示了 Placement 优化的核心流程。局限主要是规模。后续可以做算法对比、分析性 placement。谢谢。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IC CAD 中的电路布局优化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芯片设计流程：逻辑综合 → 物理设计（Physical Design）→ 制造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Placement（布局）是物理设计的第一步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核心问题：在二维芯片平面上放置电路模块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目标：连线最短 · 模块不重叠 · 无布线拥塞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布局质量直接决定：芯片面积、信号延迟、功耗、制造成本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项目目标 — 电路布局优化平台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输入：JSON 格式电路模块 + 连线（Macro / Standard Cell / Fixed IO）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优化：Simulated Annealing 搜索最优布局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线长指标：HPWL（Half-Perimeter Wirelength）— EDA 行业标准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多目标成本函数：线长 + 重叠 + 边界 + 密度 + 拥塞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输出：布局对比图、收敛曲线、拥塞热力图、完整指标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界面：CLI 命令行 + Streamlit Web 交互平台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系统架构 — 6 个核心模块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parser.py — JSON 输入解析（兼容新旧 net 格式）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layout.py — Module / Net / Layout 数据结构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cost.py — 多目标成本函数（HPWL + 4 个惩罚项）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optimizer.py — Simulated Annealing 优化器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visualize.py — Matplotlib 可视化（6 种图表）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metrics.py — 评价指标计算 + JSON 输出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CLI 和 Streamlit Web 共用同一套后端，零代码重复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输入数据建模 — 模块类型与 Net 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🟦 Macro（宏模块）：大面积硬核，如 SRAM、CPU Core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🟩 Standard Cell（标准单元）：小面积逻辑门，如 NAND、Flip-Flop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🔒 Fixed IO（固定引脚）：芯片边缘 IO Pad，优化中不移动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Net 格式：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二端 net：{ "source": "A", "target": "B" }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多端 net：{ "pins": ["CPU", "MEM", "IO1", "IO2"] }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兼容旧格式，自动转换为内部 pins 列表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优化目标函数 — 五维 Cost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Total Cost = α × HPWL          ← 连线总长（EDA 标准指标）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        + β × Overlap         ← 模块重叠惩罚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        + γ × Boundary        ← 超出芯片边界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        + δ × Density         ← 模块集中度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        + ε × Congestion      ← 布线拥塞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HPWL = (max_x - min_x) + (max_y - min_y)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取所有 pin 的 bounding box 半周长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EDA 行业标准（ISPD / ICCAD benchmark）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比 pairwise 曼哈顿更接近 Steiner 树布线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计算效率：O(pins) vs O(pins²)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优化算法 — Simulated Annealing（模拟退火）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1. 随机初始化 movable 模块位置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2. 初始温度 T = 500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3. 迭代循环：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 a. 随机选择一个 movable 模块，微调位置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 b. 计算 ΔCost = Cost_new - Cost_current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 c. ΔCost ≤ 0 → 接受新布局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 d. ΔCost &gt; 0 → 以概率 exp(-ΔCost/T) 接受（跳出局部最优）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 e. 降温：T = T × 0.995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4. 输出历史最优布局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Skip fixed 模块：Fixed IO / Macro 坐标在优化中保持不变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EDA Small（15 模块, 4 Fixed IO, 8 nets）: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HPWL: 3470.65 → 3115.97（-10.2%）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Cost: 3521.50 → 3217.34（-8.6%）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Max Congestion: 8 → 7（-12.5%）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Overlap: 0 ✅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EDA Medium（24 模块, 6 Fixed IO, 15 nets）: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HPWL: 7326.02 → 6446.72（-12.0%）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Cost: 7386.64 → 6527.96（-11.6%）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Congested Cells: 19 → 16（-15.8%）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Overlap: 0 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Web 平台展示 — Streamlit 交互界面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📂 选择内置示例（4 个）或上传自定义 JSON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🔬 滑块调节参数：α/β/γ/δ/ε、迭代数、温度、降温系数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🚀 一键 Run Optimization，实时展示结果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📊 指标卡片：HPWL 降低%、Cost 降低%、Congestion 变化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🎨 布局图：初始/优化并排 + 前后对比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📈 收敛曲线：6 子图（Cost/HPWL/Overlap/Congestion/Density/Temp）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🗺️ 拥塞热力图：布线密度可视化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📥 下载 result.json + metrics_summary.json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项目亮点 — 与 IC CAD / EDA 的关联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Physical Design  Placement  Floorplanning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↓              ↓           ↓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HPWL 线长     模块布局     固定约束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  ↓              ↓           ↓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Wirelength   Placement   Fixed Macro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Optimization  Algorithm   / IO Pad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关键技术落地：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HPWL → EDA 行业标准线长指标（ISPD/ICCAD benchmark）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Congestion Estimation → 布线可行性分析（Routability）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Fixed Constraints → 真实 Floorplanning 约束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Macro / SC 区分 → 模块级 Placement 概念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总结与后续计划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✅ 已完成：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完整的 Placement Optimization 原型平台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HPWL + 多目标 cost function（5 个可调维度）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Macro / Standard Cell / Fixed IO 支持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拥塞估计 + 热力图 + 收敛曲线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CLI + Streamlit Web 双界面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完整技术文档 + PPT + 汇报材料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🚀 后续方向：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短期：Force-Directed / Genetic Algorithm 算法对比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中期：Analytical Placement + Legalization + DEF/LEF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长期：RL-based / GNN-based Placement + OpenROAD 对齐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GitHub: github.com/osifj/circuit-layout-optimizer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